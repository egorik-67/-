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9" r:id="rId2"/>
    <p:sldId id="260" r:id="rId3"/>
    <p:sldId id="261" r:id="rId4"/>
    <p:sldId id="262" r:id="rId5"/>
    <p:sldId id="256" r:id="rId6"/>
    <p:sldId id="257" r:id="rId7"/>
    <p:sldId id="258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4214553" y="0"/>
            <a:ext cx="7739148" cy="1845425"/>
          </a:xfrm>
        </p:spPr>
        <p:txBody>
          <a:bodyPr>
            <a:noAutofit/>
          </a:bodyPr>
          <a:lstStyle/>
          <a:p>
            <a:r>
              <a:rPr lang="en-US" sz="6600" b="1" i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Scroll-free screen</a:t>
            </a:r>
            <a:endParaRPr lang="ru-RU" sz="6600" b="1" i="1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>
          <a:xfrm>
            <a:off x="5128954" y="2502132"/>
            <a:ext cx="6824748" cy="3582784"/>
          </a:xfrm>
          <a:solidFill>
            <a:schemeClr val="tx2">
              <a:lumMod val="75000"/>
            </a:schemeClr>
          </a:solidFill>
        </p:spPr>
        <p:txBody>
          <a:bodyPr>
            <a:noAutofit/>
          </a:bodyPr>
          <a:lstStyle/>
          <a:p>
            <a:r>
              <a:rPr lang="ru-RU" sz="3200" b="1" i="1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В наши дни актуальна проблема со скроллингом </a:t>
            </a:r>
            <a:r>
              <a:rPr lang="ru-RU" sz="3200" b="1" i="1" dirty="0" err="1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соцсетей</a:t>
            </a:r>
            <a:r>
              <a:rPr lang="ru-RU" sz="3200" b="1" i="1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.</a:t>
            </a:r>
          </a:p>
          <a:p>
            <a:r>
              <a:rPr lang="ru-RU" sz="3200" b="1" i="1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По этому я, Миронов Егор разрабатываю программу которая будет снимать эту зависимость с людей.  </a:t>
            </a:r>
            <a:endParaRPr lang="ru-RU" sz="3200" b="1" i="1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696937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23702" y="490451"/>
            <a:ext cx="10947862" cy="5519651"/>
          </a:xfrm>
          <a:solidFill>
            <a:schemeClr val="tx2">
              <a:lumMod val="75000"/>
            </a:schemeClr>
          </a:solidFill>
        </p:spPr>
        <p:txBody>
          <a:bodyPr>
            <a:normAutofit fontScale="90000"/>
          </a:bodyPr>
          <a:lstStyle/>
          <a:p>
            <a:r>
              <a:rPr lang="ru-RU" b="1" i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В бесплатном доступе данное приложение будет ограничивать доступ к приложениям которые обозначил пользователь.</a:t>
            </a:r>
            <a:br>
              <a:rPr lang="ru-RU" b="1" i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ru-RU" b="1" i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Но в платном доступе программа будет помогать отвыкать пользователю от </a:t>
            </a:r>
            <a:r>
              <a:rPr lang="ru-RU" b="1" i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соцсетей</a:t>
            </a:r>
            <a:r>
              <a:rPr lang="ru-RU" b="1" i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постепенно, снижая время проведения за гаджетом по не многу, будет спрашивать самочувствие у пользователя и хвалить его за достижения, замазывать </a:t>
            </a:r>
            <a:r>
              <a:rPr lang="en-US" b="1" i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“</a:t>
            </a:r>
            <a:r>
              <a:rPr lang="en-US" b="1" i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Brainrot</a:t>
            </a:r>
            <a:r>
              <a:rPr lang="en-US" b="1" i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”</a:t>
            </a:r>
            <a:r>
              <a:rPr lang="ru-RU" b="1" i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контент, а также  проводить уже встроенные в приложение медитации для отвлечения от </a:t>
            </a:r>
            <a:r>
              <a:rPr lang="ru-RU" b="1" i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соцсетей</a:t>
            </a:r>
            <a:r>
              <a:rPr lang="ru-RU" b="1" i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.</a:t>
            </a:r>
            <a:br>
              <a:rPr lang="ru-RU" b="1" i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endParaRPr lang="ru-RU" b="1" i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296540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43094" y="1429789"/>
            <a:ext cx="8596668" cy="3217025"/>
          </a:xfrm>
          <a:solidFill>
            <a:schemeClr val="tx2">
              <a:lumMod val="75000"/>
            </a:schemeClr>
          </a:solidFill>
        </p:spPr>
        <p:txBody>
          <a:bodyPr>
            <a:noAutofit/>
          </a:bodyPr>
          <a:lstStyle/>
          <a:p>
            <a:r>
              <a:rPr lang="ru-RU" sz="6000" b="1" i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Ко своей разработке я сделаю сайт для ее скачивания.</a:t>
            </a:r>
            <a:endParaRPr lang="ru-RU" sz="6000" b="1" i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0337430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85399" y="1778924"/>
            <a:ext cx="8596668" cy="1664393"/>
          </a:xfrm>
          <a:solidFill>
            <a:schemeClr val="tx2">
              <a:lumMod val="75000"/>
            </a:schemeClr>
          </a:solidFill>
        </p:spPr>
        <p:txBody>
          <a:bodyPr>
            <a:noAutofit/>
          </a:bodyPr>
          <a:lstStyle/>
          <a:p>
            <a:r>
              <a:rPr lang="ru-RU" sz="4800" b="1" i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Как и у каждой программы у моей есть аналоги.</a:t>
            </a:r>
            <a:endParaRPr lang="ru-RU" sz="4800" b="1" i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8621955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07067" y="1629296"/>
            <a:ext cx="7766936" cy="2219498"/>
          </a:xfrm>
          <a:solidFill>
            <a:schemeClr val="bg1"/>
          </a:solidFill>
        </p:spPr>
        <p:txBody>
          <a:bodyPr>
            <a:normAutofit fontScale="90000"/>
          </a:bodyPr>
          <a:lstStyle/>
          <a:p>
            <a:r>
              <a:rPr lang="en-US" b="1" i="1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ScreenZen</a:t>
            </a:r>
            <a:r>
              <a:rPr lang="ru-RU" b="1" i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br>
              <a:rPr lang="ru-RU" b="1" i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b="1" i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ru-RU" dirty="0" smtClean="0"/>
              <a:t/>
            </a:r>
            <a:br>
              <a:rPr lang="ru-RU" dirty="0" smtClean="0"/>
            </a:b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subTitle" idx="1"/>
          </p:nvPr>
        </p:nvSpPr>
        <p:spPr>
          <a:xfrm>
            <a:off x="6192981" y="2801389"/>
            <a:ext cx="5536277" cy="3341716"/>
          </a:xfrm>
          <a:solidFill>
            <a:schemeClr val="tx2">
              <a:lumMod val="75000"/>
            </a:schemeClr>
          </a:solidFill>
        </p:spPr>
        <p:txBody>
          <a:bodyPr>
            <a:noAutofit/>
          </a:bodyPr>
          <a:lstStyle/>
          <a:p>
            <a:r>
              <a:rPr lang="ru-RU" sz="2400" b="1" i="1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Приложение позволяет задать лимит на использование конкретных </a:t>
            </a:r>
            <a:r>
              <a:rPr lang="ru-RU" sz="2400" b="1" i="1" dirty="0" err="1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соцсетей</a:t>
            </a:r>
            <a:r>
              <a:rPr lang="ru-RU" sz="2400" b="1" i="1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. Заблокированные приложения не будут открываться и пропадут с главного экрана. </a:t>
            </a:r>
            <a:r>
              <a:rPr lang="ru-RU" sz="2400" b="1" i="1" dirty="0" err="1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ScreenZen</a:t>
            </a:r>
            <a:r>
              <a:rPr lang="ru-RU" sz="2400" b="1" i="1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пришлёт уведомление, когда пользователь будет </a:t>
            </a:r>
            <a:r>
              <a:rPr lang="ru-RU" sz="2400" b="1" i="1" dirty="0" err="1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скроллить</a:t>
            </a:r>
            <a:r>
              <a:rPr lang="ru-RU" sz="2400" b="1" i="1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дольше указанного периода</a:t>
            </a:r>
            <a:r>
              <a:rPr lang="ru-RU" sz="2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.</a:t>
            </a:r>
          </a:p>
        </p:txBody>
      </p:sp>
      <p:pic>
        <p:nvPicPr>
          <p:cNvPr id="1026" name="Picture 2" descr="Picture backgroun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003" y="99752"/>
            <a:ext cx="5486400" cy="60433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39598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5328458" y="939338"/>
            <a:ext cx="3117273" cy="1197033"/>
          </a:xfrm>
        </p:spPr>
        <p:txBody>
          <a:bodyPr/>
          <a:lstStyle/>
          <a:p>
            <a:r>
              <a:rPr lang="en-US" b="1" i="1" dirty="0">
                <a:solidFill>
                  <a:schemeClr val="accent2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Regain</a:t>
            </a:r>
            <a:endParaRPr lang="ru-RU" i="1" dirty="0">
              <a:solidFill>
                <a:schemeClr val="accent2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8" name="Подзаголовок 7"/>
          <p:cNvSpPr>
            <a:spLocks noGrp="1"/>
          </p:cNvSpPr>
          <p:nvPr>
            <p:ph type="subTitle" idx="1"/>
          </p:nvPr>
        </p:nvSpPr>
        <p:spPr>
          <a:xfrm>
            <a:off x="6259482" y="3250277"/>
            <a:ext cx="4846322" cy="2959330"/>
          </a:xfrm>
          <a:solidFill>
            <a:schemeClr val="tx2">
              <a:lumMod val="75000"/>
            </a:schemeClr>
          </a:solidFill>
        </p:spPr>
        <p:txBody>
          <a:bodyPr>
            <a:noAutofit/>
          </a:bodyPr>
          <a:lstStyle/>
          <a:p>
            <a:r>
              <a:rPr lang="ru-RU" sz="2400" dirty="0">
                <a:solidFill>
                  <a:schemeClr val="accent1"/>
                </a:solidFill>
              </a:rPr>
              <a:t> </a:t>
            </a:r>
            <a:r>
              <a:rPr lang="ru-RU" sz="2400" b="1" i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Блокирует короткие видео в </a:t>
            </a:r>
            <a:r>
              <a:rPr lang="ru-RU" sz="2400" b="1" i="1" dirty="0" err="1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YouTube</a:t>
            </a:r>
            <a:r>
              <a:rPr lang="ru-RU" sz="2400" b="1" i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и других </a:t>
            </a:r>
            <a:r>
              <a:rPr lang="ru-RU" sz="2400" b="1" i="1" dirty="0" err="1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соцсетях</a:t>
            </a:r>
            <a:r>
              <a:rPr lang="ru-RU" sz="2400" b="1" i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, чтобы не отвлекаться на них. Также есть опция для </a:t>
            </a:r>
            <a:r>
              <a:rPr lang="ru-RU" sz="2400" b="1" i="1" dirty="0" err="1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YouTube</a:t>
            </a:r>
            <a:r>
              <a:rPr lang="ru-RU" sz="2400" b="1" i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— возможность скрывать конкретные </a:t>
            </a:r>
            <a:r>
              <a:rPr lang="ru-RU" sz="2400" b="1" i="1" dirty="0" smtClean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каналы</a:t>
            </a:r>
            <a:r>
              <a:rPr lang="ru-RU" sz="2400" dirty="0" smtClean="0">
                <a:solidFill>
                  <a:schemeClr val="accent1"/>
                </a:solidFill>
              </a:rPr>
              <a:t>.</a:t>
            </a:r>
            <a:endParaRPr lang="ru-RU" sz="2400" dirty="0">
              <a:solidFill>
                <a:schemeClr val="accent1"/>
              </a:solidFill>
            </a:endParaRPr>
          </a:p>
        </p:txBody>
      </p:sp>
      <p:pic>
        <p:nvPicPr>
          <p:cNvPr id="2050" name="Picture 2" descr="Picture backgroun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029" y="346622"/>
            <a:ext cx="5289406" cy="5563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36156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5644342" y="463001"/>
            <a:ext cx="5677593" cy="2113948"/>
          </a:xfrm>
        </p:spPr>
        <p:txBody>
          <a:bodyPr/>
          <a:lstStyle/>
          <a:p>
            <a:r>
              <a:rPr lang="en-US" b="1" dirty="0" err="1">
                <a:solidFill>
                  <a:srgbClr val="7030A0"/>
                </a:solidFill>
              </a:rPr>
              <a:t>StopScroll</a:t>
            </a:r>
            <a:r>
              <a:rPr lang="en-US" b="1" dirty="0">
                <a:solidFill>
                  <a:srgbClr val="7030A0"/>
                </a:solidFill>
              </a:rPr>
              <a:t>: Block Reels/Shorts</a:t>
            </a:r>
            <a:endParaRPr lang="ru-RU" dirty="0">
              <a:solidFill>
                <a:srgbClr val="7030A0"/>
              </a:solidFill>
            </a:endParaRPr>
          </a:p>
        </p:txBody>
      </p:sp>
      <p:sp>
        <p:nvSpPr>
          <p:cNvPr id="7" name="Подзаголовок 6"/>
          <p:cNvSpPr>
            <a:spLocks noGrp="1"/>
          </p:cNvSpPr>
          <p:nvPr>
            <p:ph type="subTitle" idx="1"/>
          </p:nvPr>
        </p:nvSpPr>
        <p:spPr>
          <a:xfrm>
            <a:off x="5852160" y="2901142"/>
            <a:ext cx="5469775" cy="3798916"/>
          </a:xfrm>
          <a:solidFill>
            <a:schemeClr val="tx2">
              <a:lumMod val="75000"/>
            </a:schemeClr>
          </a:solidFill>
        </p:spPr>
        <p:txBody>
          <a:bodyPr>
            <a:noAutofit/>
          </a:bodyPr>
          <a:lstStyle/>
          <a:p>
            <a:r>
              <a:rPr lang="ru-RU" sz="2800" b="1" i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Приложение блокирует короткометражки, ролики и контент </a:t>
            </a:r>
            <a:r>
              <a:rPr lang="ru-RU" sz="2800" b="1" i="1" dirty="0" err="1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TikTok</a:t>
            </a:r>
            <a:r>
              <a:rPr lang="ru-RU" sz="2800" b="1" i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, помогает вырваться из цикла прокрутки. Есть настраиваемое управление — можно установить конкретные ограничения</a:t>
            </a:r>
          </a:p>
        </p:txBody>
      </p:sp>
      <p:pic>
        <p:nvPicPr>
          <p:cNvPr id="3074" name="Picture 2" descr="Picture backgroun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328" y="463000"/>
            <a:ext cx="5139632" cy="5480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42933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Аспект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91</TotalTime>
  <Words>122</Words>
  <Application>Microsoft Office PowerPoint</Application>
  <PresentationFormat>Широкоэкранный</PresentationFormat>
  <Paragraphs>12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1" baseType="lpstr">
      <vt:lpstr>Arial</vt:lpstr>
      <vt:lpstr>Trebuchet MS</vt:lpstr>
      <vt:lpstr>Wingdings 3</vt:lpstr>
      <vt:lpstr>Аспект</vt:lpstr>
      <vt:lpstr>Scroll-free screen</vt:lpstr>
      <vt:lpstr>В бесплатном доступе данное приложение будет ограничивать доступ к приложениям которые обозначил пользователь. Но в платном доступе программа будет помогать отвыкать пользователю от соцсетей постепенно, снижая время проведения за гаджетом по не многу, будет спрашивать самочувствие у пользователя и хвалить его за достижения, замазывать “Brainrot” контент, а также  проводить уже встроенные в приложение медитации для отвлечения от соцсетей. </vt:lpstr>
      <vt:lpstr>Ко своей разработке я сделаю сайт для ее скачивания.</vt:lpstr>
      <vt:lpstr>Как и у каждой программы у моей есть аналоги.</vt:lpstr>
      <vt:lpstr>ScreenZen    </vt:lpstr>
      <vt:lpstr>Regain</vt:lpstr>
      <vt:lpstr>StopScroll: Block Reels/Shorts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ScreenZen</dc:title>
  <dc:creator>Артем</dc:creator>
  <cp:lastModifiedBy>Артем</cp:lastModifiedBy>
  <cp:revision>12</cp:revision>
  <dcterms:created xsi:type="dcterms:W3CDTF">2026-03-15T14:16:56Z</dcterms:created>
  <dcterms:modified xsi:type="dcterms:W3CDTF">2026-03-17T08:10:10Z</dcterms:modified>
</cp:coreProperties>
</file>