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9" r:id="rId1"/>
  </p:sldMasterIdLst>
  <p:sldIdLst>
    <p:sldId id="259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72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5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5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25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1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9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8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01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52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479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536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682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50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4073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8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95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6335" y="-1"/>
            <a:ext cx="11385666" cy="4106487"/>
          </a:xfrm>
        </p:spPr>
        <p:txBody>
          <a:bodyPr>
            <a:noAutofit/>
          </a:bodyPr>
          <a:lstStyle/>
          <a:p>
            <a:r>
              <a:rPr lang="en-US" sz="9600" b="1" i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Scroll-free </a:t>
            </a:r>
            <a:r>
              <a:rPr lang="en-US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screen</a:t>
            </a:r>
            <a: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sz="9600" b="1" i="1" dirty="0" smtClean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sz="9600" b="1" i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1924241" y="2325716"/>
            <a:ext cx="8596669" cy="514248"/>
          </a:xfrm>
        </p:spPr>
        <p:txBody>
          <a:bodyPr/>
          <a:lstStyle/>
          <a:p>
            <a:r>
              <a:rPr lang="ru-RU" sz="5400" b="1" i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(Экран без прокрутки)</a:t>
            </a:r>
            <a:endParaRPr lang="ru-RU" sz="5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275214" y="3845806"/>
            <a:ext cx="5112328" cy="1513914"/>
          </a:xfrm>
          <a:noFill/>
        </p:spPr>
        <p:txBody>
          <a:bodyPr>
            <a:noAutofit/>
          </a:bodyPr>
          <a:lstStyle/>
          <a:p>
            <a:r>
              <a:rPr lang="ru-RU" sz="32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Миронов Егор Вадимович</a:t>
            </a:r>
          </a:p>
        </p:txBody>
      </p:sp>
    </p:spTree>
    <p:extLst>
      <p:ext uri="{BB962C8B-B14F-4D97-AF65-F5344CB8AC3E}">
        <p14:creationId xmlns:p14="http://schemas.microsoft.com/office/powerpoint/2010/main" val="46969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0822" y="224444"/>
            <a:ext cx="11238807" cy="5968538"/>
          </a:xfrm>
          <a:noFill/>
        </p:spPr>
        <p:txBody>
          <a:bodyPr>
            <a:noAutofit/>
          </a:bodyPr>
          <a:lstStyle/>
          <a:p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Я 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собираюсь создать программу на языке программирования </a:t>
            </a:r>
            <a:r>
              <a:rPr lang="en-US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Python</a:t>
            </a: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, которая будет помогать пользователям бороться с зависимостью от бесконечного скроллинга в лентах социальных сетей и других приложениях. </a:t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Оно будет предлагать альтернативные способы взаимодействия с контентом, ограничивая время, проводимое за </a:t>
            </a:r>
            <a:r>
              <a:rPr lang="ru-RU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прокруткой.</a:t>
            </a:r>
            <a: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ru-RU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9654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2532" y="0"/>
            <a:ext cx="8596668" cy="972589"/>
          </a:xfrm>
        </p:spPr>
        <p:txBody>
          <a:bodyPr>
            <a:normAutofit fontScale="90000"/>
          </a:bodyPr>
          <a:lstStyle/>
          <a:p>
            <a:r>
              <a:rPr lang="ru-RU" sz="6000" dirty="0" smtClean="0">
                <a:ln>
                  <a:solidFill>
                    <a:srgbClr val="0070C0"/>
                  </a:solidFill>
                </a:ln>
                <a:solidFill>
                  <a:srgbClr val="FFC000"/>
                </a:solidFill>
              </a:rPr>
              <a:t>Польза проекта</a:t>
            </a:r>
            <a: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rgbClr val="FFC000"/>
                </a:solidFill>
              </a:rPr>
              <a:t>:</a:t>
            </a:r>
            <a:endParaRPr lang="ru-RU" sz="6000" dirty="0">
              <a:ln>
                <a:solidFill>
                  <a:srgbClr val="0070C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idx="1"/>
          </p:nvPr>
        </p:nvSpPr>
        <p:spPr>
          <a:xfrm>
            <a:off x="1583423" y="1368436"/>
            <a:ext cx="8596668" cy="5489563"/>
          </a:xfrm>
        </p:spPr>
        <p:txBody>
          <a:bodyPr>
            <a:normAutofit fontScale="25000" lnSpcReduction="20000"/>
          </a:bodyPr>
          <a:lstStyle/>
          <a:p>
            <a:r>
              <a:rPr lang="ru-RU" sz="112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Улучшение психического здоровья: Помогает пользователям снизить уровень тревожности и стресса, связанного с чрезмерным использованием </a:t>
            </a:r>
            <a:r>
              <a:rPr lang="ru-RU" sz="112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гаджетов.</a:t>
            </a:r>
            <a:endParaRPr lang="ru-RU" sz="112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US" sz="112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112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Повышение продуктивности: С помощью приложения пользователи смогут лучше организовать свое время и сосредоточиться на более важных задачах.</a:t>
            </a:r>
          </a:p>
          <a:p>
            <a:endParaRPr lang="en-US" sz="112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112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Улучшение качества жизни: Люди будут более осознанно подходить к использованию своих устройств, что приведет к более сбалансированной жизни.</a:t>
            </a:r>
          </a:p>
          <a:p>
            <a:endParaRPr lang="ru-RU" dirty="0"/>
          </a:p>
        </p:txBody>
      </p:sp>
      <p:sp>
        <p:nvSpPr>
          <p:cNvPr id="7" name="Фигура, имеющая форму буквы L 6"/>
          <p:cNvSpPr/>
          <p:nvPr/>
        </p:nvSpPr>
        <p:spPr>
          <a:xfrm rot="18973133">
            <a:off x="846354" y="1915057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Фигура, имеющая форму буквы L 10"/>
          <p:cNvSpPr/>
          <p:nvPr/>
        </p:nvSpPr>
        <p:spPr>
          <a:xfrm rot="18973133">
            <a:off x="882114" y="3904570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Фигура, имеющая форму буквы L 11"/>
          <p:cNvSpPr/>
          <p:nvPr/>
        </p:nvSpPr>
        <p:spPr>
          <a:xfrm rot="18973133">
            <a:off x="882114" y="5810955"/>
            <a:ext cx="462702" cy="178524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33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018" y="0"/>
            <a:ext cx="9430941" cy="1288473"/>
          </a:xfrm>
        </p:spPr>
        <p:txBody>
          <a:bodyPr>
            <a:normAutofit/>
          </a:bodyPr>
          <a:lstStyle/>
          <a:p>
            <a:r>
              <a:rPr lang="ru-RU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Другая информация о проекте</a:t>
            </a:r>
            <a:r>
              <a:rPr lang="en-US" sz="48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:</a:t>
            </a:r>
            <a:endParaRPr lang="ru-RU" sz="4800" dirty="0">
              <a:ln>
                <a:solidFill>
                  <a:srgbClr val="0070C0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8404" y="1521229"/>
            <a:ext cx="10869043" cy="4671754"/>
          </a:xfrm>
        </p:spPr>
        <p:txBody>
          <a:bodyPr>
            <a:normAutofit lnSpcReduction="10000"/>
          </a:bodyPr>
          <a:lstStyle/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Актуальность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Проблема зависимости от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скролла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будет актуальна в любое время года, что делает 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мой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продукт востребованным.</a:t>
            </a: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Целевая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аудитория: Я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ориентируюсь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на молодежь, работающих профессионалов и всех, кто испытывает трудности с контролем времени, проведенного за экранами.</a:t>
            </a:r>
          </a:p>
          <a:p>
            <a:endParaRPr lang="ru-RU" sz="2400" dirty="0" smtClean="0">
              <a:ln w="0">
                <a:solidFill>
                  <a:srgbClr val="0070C0"/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Аналоги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Я</a:t>
            </a:r>
            <a:r>
              <a:rPr lang="ru-RU" sz="2400" dirty="0" smtClean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изучил 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уже существующие приложения, такие как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Screen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Zen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Regain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и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Stop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ru-RU" sz="2400" dirty="0" err="1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Scroll</a:t>
            </a:r>
            <a:r>
              <a:rPr lang="ru-RU" sz="2400" dirty="0">
                <a:ln w="0">
                  <a:solidFill>
                    <a:srgbClr val="0070C0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для того чтобы предложить уникальные функции и улучшить пользовательский опыт.</a:t>
            </a:r>
          </a:p>
          <a:p>
            <a:endParaRPr lang="ru-RU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Фигура, имеющая форму буквы L 4"/>
          <p:cNvSpPr/>
          <p:nvPr/>
        </p:nvSpPr>
        <p:spPr>
          <a:xfrm rot="18973133">
            <a:off x="548929" y="2243525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Фигура, имеющая форму буквы L 5"/>
          <p:cNvSpPr/>
          <p:nvPr/>
        </p:nvSpPr>
        <p:spPr>
          <a:xfrm rot="18973133">
            <a:off x="548927" y="3585161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Фигура, имеющая форму буквы L 7"/>
          <p:cNvSpPr/>
          <p:nvPr/>
        </p:nvSpPr>
        <p:spPr>
          <a:xfrm rot="18973133">
            <a:off x="548931" y="5408933"/>
            <a:ext cx="295278" cy="155968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70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24690" y="1"/>
            <a:ext cx="12136582" cy="6858000"/>
          </a:xfrm>
        </p:spPr>
        <p:txBody>
          <a:bodyPr>
            <a:noAutofit/>
          </a:bodyPr>
          <a:lstStyle/>
          <a:p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Так же в моем приложении будет платная подписка которая будет проводить медитации, хвалить за новые достижения и помогать отвыкать от проведения за гаджетами постепенно.</a:t>
            </a:r>
            <a:b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/>
            </a:r>
            <a:br>
              <a:rPr lang="ru-RU" sz="4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Рекламировать свой проект я буду в соц. </a:t>
            </a:r>
            <a:r>
              <a:rPr lang="ru-RU" sz="4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с</a:t>
            </a: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етях где большая часть аудитории страдает от скроллинг зависимости (</a:t>
            </a:r>
            <a:r>
              <a:rPr lang="en-US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YouTube</a:t>
            </a:r>
            <a:r>
              <a:rPr lang="ru-RU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4400" b="1" dirty="0" err="1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TikTok</a:t>
            </a:r>
            <a:r>
              <a:rPr lang="en-US" sz="4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)</a:t>
            </a:r>
            <a:endParaRPr lang="ru-RU" sz="4400" b="1" dirty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015" y="507078"/>
            <a:ext cx="8596668" cy="2510444"/>
          </a:xfrm>
        </p:spPr>
        <p:txBody>
          <a:bodyPr>
            <a:noAutofit/>
          </a:bodyPr>
          <a:lstStyle/>
          <a:p>
            <a:r>
              <a:rPr lang="ru-RU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Экономика проекта</a:t>
            </a:r>
            <a: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>:</a:t>
            </a:r>
            <a:br>
              <a:rPr lang="en-US" sz="6000" dirty="0" smtClean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</a:br>
            <a:r>
              <a:rPr lang="en-US" sz="6000" dirty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  <a:t/>
            </a:r>
            <a:br>
              <a:rPr lang="en-US" sz="6000" dirty="0">
                <a:ln>
                  <a:solidFill>
                    <a:srgbClr val="0070C0"/>
                  </a:solidFill>
                </a:ln>
                <a:solidFill>
                  <a:schemeClr val="accent3"/>
                </a:solidFill>
              </a:rPr>
            </a:br>
            <a:endParaRPr lang="ru-RU" sz="6000" dirty="0">
              <a:ln>
                <a:solidFill>
                  <a:srgbClr val="0070C0"/>
                </a:solidFill>
              </a:ln>
              <a:solidFill>
                <a:schemeClr val="accent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7075" y="1928552"/>
            <a:ext cx="9659389" cy="4929447"/>
          </a:xfrm>
        </p:spPr>
        <p:txBody>
          <a:bodyPr>
            <a:normAutofit fontScale="85000" lnSpcReduction="20000"/>
          </a:bodyPr>
          <a:lstStyle/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Выручка (при </a:t>
            </a:r>
            <a:r>
              <a:rPr lang="ru-RU" sz="5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покупке 10  подписок за месяц)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~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7000</a:t>
            </a:r>
            <a:r>
              <a:rPr lang="ru-RU" sz="5400" b="1" dirty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р</a:t>
            </a:r>
            <a:endParaRPr lang="ru-RU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ru-RU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Расход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 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0р</a:t>
            </a:r>
          </a:p>
          <a:p>
            <a:endParaRPr lang="ru-RU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ru-RU" sz="5400" b="1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Прибыль</a:t>
            </a:r>
            <a:r>
              <a:rPr lang="en-US" sz="5400" b="1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~</a:t>
            </a:r>
            <a:r>
              <a:rPr lang="ru-RU" sz="5400" b="1" dirty="0" smtClean="0">
                <a:ln w="22225">
                  <a:solidFill>
                    <a:srgbClr val="0070C0"/>
                  </a:solidFill>
                  <a:prstDash val="solid"/>
                </a:ln>
                <a:solidFill>
                  <a:schemeClr val="accent3">
                    <a:lumMod val="20000"/>
                    <a:lumOff val="80000"/>
                  </a:schemeClr>
                </a:solidFill>
              </a:rPr>
              <a:t>7000р</a:t>
            </a:r>
            <a:endParaRPr lang="en-US" sz="5400" b="1" dirty="0" smtClean="0">
              <a:ln w="22225">
                <a:solidFill>
                  <a:srgbClr val="0070C0"/>
                </a:solidFill>
                <a:prstDash val="solid"/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US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    </a:t>
            </a:r>
            <a:r>
              <a:rPr lang="ru-RU" sz="4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endParaRPr lang="ru-RU" sz="4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08466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221</TotalTime>
  <Words>224</Words>
  <Application>Microsoft Office PowerPoint</Application>
  <PresentationFormat>Широкоэкранный</PresentationFormat>
  <Paragraphs>25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Scroll-free screen </vt:lpstr>
      <vt:lpstr>Я собираюсь создать программу на языке программирования Python, которая будет помогать пользователям бороться с зависимостью от бесконечного скроллинга в лентах социальных сетей и других приложениях.    Оно будет предлагать альтернативные способы взаимодействия с контентом, ограничивая время, проводимое за прокруткой. </vt:lpstr>
      <vt:lpstr>Польза проекта:</vt:lpstr>
      <vt:lpstr>Другая информация о проекте:</vt:lpstr>
      <vt:lpstr>Так же в моем приложении будет платная подписка которая будет проводить медитации, хвалить за новые достижения и помогать отвыкать от проведения за гаджетами постепенно.  Рекламировать свой проект я буду в соц. сетях где большая часть аудитории страдает от скроллинг зависимости (YouTube, TikTok)</vt:lpstr>
      <vt:lpstr>Экономика проекта: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ScreenZen</dc:title>
  <dc:creator>Артем</dc:creator>
  <cp:lastModifiedBy>Артем</cp:lastModifiedBy>
  <cp:revision>27</cp:revision>
  <dcterms:created xsi:type="dcterms:W3CDTF">2026-03-15T14:16:56Z</dcterms:created>
  <dcterms:modified xsi:type="dcterms:W3CDTF">2026-04-16T07:04:45Z</dcterms:modified>
</cp:coreProperties>
</file>